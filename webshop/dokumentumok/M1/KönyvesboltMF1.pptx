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736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816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2254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902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445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2696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52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7200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0017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245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5070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7552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907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3854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59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4019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C313B-CA83-4A6C-9EB3-8529ECFA5451}" type="datetimeFigureOut">
              <a:rPr lang="hu-HU" smtClean="0"/>
              <a:t>2024. 10. 07.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2A48F04-3402-4686-A1EF-DF4DD24C44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40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D84CDB-3FF7-06C5-CA15-DE710E0465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Könyvesbolt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FCB27B7-3B70-DDED-0147-D016094626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Szabó Péter</a:t>
            </a:r>
          </a:p>
          <a:p>
            <a:r>
              <a:rPr lang="hu-HU" dirty="0"/>
              <a:t>2024.10.06</a:t>
            </a:r>
          </a:p>
        </p:txBody>
      </p:sp>
    </p:spTree>
    <p:extLst>
      <p:ext uri="{BB962C8B-B14F-4D97-AF65-F5344CB8AC3E}">
        <p14:creationId xmlns:p14="http://schemas.microsoft.com/office/powerpoint/2010/main" val="41050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83FAD6-41A5-3D31-9DCC-6F4C876C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Projekten dolgozó tagok: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C6E61C-4029-4C7E-7B96-42A1C9FC0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9967"/>
            <a:ext cx="8596668" cy="4611396"/>
          </a:xfrm>
        </p:spPr>
        <p:txBody>
          <a:bodyPr/>
          <a:lstStyle/>
          <a:p>
            <a:r>
              <a:rPr lang="hu-HU" dirty="0"/>
              <a:t> Egry-Szabó Réka  		Projektmenedzser</a:t>
            </a:r>
          </a:p>
          <a:p>
            <a:r>
              <a:rPr lang="hu-HU" dirty="0"/>
              <a:t> Bogár Kíra       		Projekt tag</a:t>
            </a:r>
          </a:p>
          <a:p>
            <a:r>
              <a:rPr lang="hu-HU" dirty="0"/>
              <a:t> Dávid Dominika   		Projekt tag</a:t>
            </a:r>
          </a:p>
          <a:p>
            <a:r>
              <a:rPr lang="hu-HU" dirty="0"/>
              <a:t> Farkas Liliána   		Projekt tag</a:t>
            </a:r>
          </a:p>
          <a:p>
            <a:r>
              <a:rPr lang="hu-HU" dirty="0"/>
              <a:t> Nagy Dávid       		Projekt tag</a:t>
            </a:r>
          </a:p>
          <a:p>
            <a:r>
              <a:rPr lang="hu-HU" dirty="0"/>
              <a:t> Tóth Norbert     		Projekt tag</a:t>
            </a:r>
          </a:p>
          <a:p>
            <a:r>
              <a:rPr lang="hu-HU" dirty="0"/>
              <a:t> Szabó Péter      		Projekt tag</a:t>
            </a:r>
          </a:p>
          <a:p>
            <a:r>
              <a:rPr lang="hu-HU" dirty="0"/>
              <a:t> Kovács Máté      		Projekt tag</a:t>
            </a:r>
          </a:p>
        </p:txBody>
      </p:sp>
    </p:spTree>
    <p:extLst>
      <p:ext uri="{BB962C8B-B14F-4D97-AF65-F5344CB8AC3E}">
        <p14:creationId xmlns:p14="http://schemas.microsoft.com/office/powerpoint/2010/main" val="9139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90AB44-C7FF-FD67-2DA8-75674D8A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44102"/>
          </a:xfrm>
        </p:spPr>
        <p:txBody>
          <a:bodyPr/>
          <a:lstStyle/>
          <a:p>
            <a:r>
              <a:rPr lang="hu-HU" dirty="0"/>
              <a:t>Jogosultságok: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114B006-2A40-F76C-6D54-39BBBCC3F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5542"/>
            <a:ext cx="8596668" cy="4502858"/>
          </a:xfrm>
        </p:spPr>
        <p:txBody>
          <a:bodyPr>
            <a:normAutofit/>
          </a:bodyPr>
          <a:lstStyle/>
          <a:p>
            <a:r>
              <a:rPr lang="hu-HU" dirty="0"/>
              <a:t>4 különböző jogosultságiszint:</a:t>
            </a:r>
          </a:p>
          <a:p>
            <a:pPr lvl="1"/>
            <a:r>
              <a:rPr lang="hu-HU" dirty="0" err="1"/>
              <a:t>Admin</a:t>
            </a:r>
            <a:r>
              <a:rPr lang="hu-HU" dirty="0"/>
              <a:t>:</a:t>
            </a:r>
          </a:p>
          <a:p>
            <a:pPr lvl="2"/>
            <a:r>
              <a:rPr lang="hu-HU" dirty="0"/>
              <a:t>Felhasználókat töröl, jogokat kezel, ezek mellett a könyvekkel kapcsolatos adatokat is tudja módosítani (feltöltés, szerkesztés, ár módosítása)</a:t>
            </a:r>
          </a:p>
          <a:p>
            <a:pPr lvl="1"/>
            <a:r>
              <a:rPr lang="hu-HU" dirty="0"/>
              <a:t>Moderátor:</a:t>
            </a:r>
          </a:p>
          <a:p>
            <a:pPr lvl="2"/>
            <a:r>
              <a:rPr lang="hu-HU" dirty="0"/>
              <a:t>Könyveket vesz fel, szerkeszt, töröl</a:t>
            </a:r>
          </a:p>
          <a:p>
            <a:pPr lvl="2"/>
            <a:r>
              <a:rPr lang="hu-HU" dirty="0"/>
              <a:t>Értékeléseket szerkeszt, töröl</a:t>
            </a:r>
          </a:p>
          <a:p>
            <a:pPr lvl="1"/>
            <a:r>
              <a:rPr lang="hu-HU" dirty="0"/>
              <a:t>Felhasználó:</a:t>
            </a:r>
          </a:p>
          <a:p>
            <a:pPr lvl="2"/>
            <a:r>
              <a:rPr lang="hu-HU" dirty="0"/>
              <a:t>Könyvet rendelhet, írhat véleményeket</a:t>
            </a:r>
          </a:p>
          <a:p>
            <a:pPr lvl="2"/>
            <a:r>
              <a:rPr lang="hu-HU" dirty="0"/>
              <a:t>Törölheti saját fiókját, módosíthatja adatait</a:t>
            </a:r>
          </a:p>
          <a:p>
            <a:pPr lvl="1"/>
            <a:r>
              <a:rPr lang="hu-HU" dirty="0"/>
              <a:t>Vendég:</a:t>
            </a:r>
          </a:p>
          <a:p>
            <a:pPr lvl="2"/>
            <a:r>
              <a:rPr lang="hu-HU" dirty="0"/>
              <a:t>Listázhatja, nézheti a könyveket</a:t>
            </a:r>
          </a:p>
          <a:p>
            <a:pPr lvl="2"/>
            <a:r>
              <a:rPr lang="hu-HU" dirty="0"/>
              <a:t>Regisztrálhat</a:t>
            </a:r>
          </a:p>
        </p:txBody>
      </p:sp>
    </p:spTree>
    <p:extLst>
      <p:ext uri="{BB962C8B-B14F-4D97-AF65-F5344CB8AC3E}">
        <p14:creationId xmlns:p14="http://schemas.microsoft.com/office/powerpoint/2010/main" val="328762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898B31-D875-5E96-6BE5-1F0D6B6F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EEFBBC-4B9E-CA49-6727-9847C6923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5337"/>
            <a:ext cx="8596668" cy="4446026"/>
          </a:xfrm>
        </p:spPr>
        <p:txBody>
          <a:bodyPr/>
          <a:lstStyle/>
          <a:p>
            <a:r>
              <a:rPr lang="hu-HU" dirty="0"/>
              <a:t>Könyveket listázhatunk, szűrhetünk szerző, műfaj szerint</a:t>
            </a:r>
          </a:p>
          <a:p>
            <a:r>
              <a:rPr lang="hu-HU" dirty="0"/>
              <a:t>Egy-egy könyvnél elolvashatjuk, adott jogosultság esetén írhatunk véleményeket könyvekhez.</a:t>
            </a:r>
          </a:p>
          <a:p>
            <a:r>
              <a:rPr lang="hu-HU" dirty="0"/>
              <a:t>Ezek mellett a könyveket kedvenceinkhez adhatjuk.</a:t>
            </a:r>
          </a:p>
          <a:p>
            <a:r>
              <a:rPr lang="hu-HU" dirty="0"/>
              <a:t>A könyveket kosárba helyezhetjük, ezt a kosarat megtekinthetjük, törölhetünk belőle, vagy ha szeretnénk megrendelhetjük a kiválasztott könyveket.</a:t>
            </a:r>
          </a:p>
          <a:p>
            <a:r>
              <a:rPr lang="hu-HU" dirty="0"/>
              <a:t>Minden külön jogosultsági szinttel rendelkező felhasználó más oldalakhoz fér hozzá, melyen a jogosultságának megfelelő műveleteket tudja megtenni.</a:t>
            </a:r>
          </a:p>
        </p:txBody>
      </p:sp>
    </p:spTree>
    <p:extLst>
      <p:ext uri="{BB962C8B-B14F-4D97-AF65-F5344CB8AC3E}">
        <p14:creationId xmlns:p14="http://schemas.microsoft.com/office/powerpoint/2010/main" val="288935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3F40C2-3CD3-5348-F0B5-AFDC50DEEA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F21E175-B9CE-4779-30E3-DE711F59A9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7986683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</TotalTime>
  <Words>202</Words>
  <Application>Microsoft Office PowerPoint</Application>
  <PresentationFormat>Szélesvásznú</PresentationFormat>
  <Paragraphs>32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Dimenzió</vt:lpstr>
      <vt:lpstr>Könyvesbolt</vt:lpstr>
      <vt:lpstr>Projekten dolgozó tagok:</vt:lpstr>
      <vt:lpstr>Jogosultságok:</vt:lpstr>
      <vt:lpstr>Funkciók: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Szabó Péter</dc:creator>
  <cp:lastModifiedBy>Szabó Péter</cp:lastModifiedBy>
  <cp:revision>7</cp:revision>
  <dcterms:created xsi:type="dcterms:W3CDTF">2024-10-07T07:55:36Z</dcterms:created>
  <dcterms:modified xsi:type="dcterms:W3CDTF">2024-10-07T08:55:48Z</dcterms:modified>
</cp:coreProperties>
</file>