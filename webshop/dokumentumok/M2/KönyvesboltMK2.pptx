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1" r:id="rId1"/>
  </p:sldMasterIdLst>
  <p:sldIdLst>
    <p:sldId id="256" r:id="rId2"/>
    <p:sldId id="264" r:id="rId3"/>
    <p:sldId id="265" r:id="rId4"/>
    <p:sldId id="277" r:id="rId5"/>
    <p:sldId id="258" r:id="rId6"/>
    <p:sldId id="259" r:id="rId7"/>
    <p:sldId id="260" r:id="rId8"/>
    <p:sldId id="261" r:id="rId9"/>
    <p:sldId id="262" r:id="rId10"/>
    <p:sldId id="263" r:id="rId11"/>
    <p:sldId id="278" r:id="rId12"/>
    <p:sldId id="279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3232"/>
    <a:srgbClr val="FFC6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Kattintson ide az alcím mintájának szerkesztéséhez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C2406-79E8-45AF-A8B9-5B82CFB3EA09}" type="datetimeFigureOut">
              <a:rPr lang="hu-HU" smtClean="0"/>
              <a:t>2024. 10. 30.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E4DE8-DC84-45E7-ADEF-91BE53C5702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38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C2406-79E8-45AF-A8B9-5B82CFB3EA09}" type="datetimeFigureOut">
              <a:rPr lang="hu-HU" smtClean="0"/>
              <a:t>2024. 10. 30.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E4DE8-DC84-45E7-ADEF-91BE53C5702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33000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C2406-79E8-45AF-A8B9-5B82CFB3EA09}" type="datetimeFigureOut">
              <a:rPr lang="hu-HU" smtClean="0"/>
              <a:t>2024. 10. 30.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E4DE8-DC84-45E7-ADEF-91BE53C5702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71793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C2406-79E8-45AF-A8B9-5B82CFB3EA09}" type="datetimeFigureOut">
              <a:rPr lang="hu-HU" smtClean="0"/>
              <a:t>2024. 10. 30.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E4DE8-DC84-45E7-ADEF-91BE53C5702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3852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C2406-79E8-45AF-A8B9-5B82CFB3EA09}" type="datetimeFigureOut">
              <a:rPr lang="hu-HU" smtClean="0"/>
              <a:t>2024. 10. 30.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E4DE8-DC84-45E7-ADEF-91BE53C5702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3884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C2406-79E8-45AF-A8B9-5B82CFB3EA09}" type="datetimeFigureOut">
              <a:rPr lang="hu-HU" smtClean="0"/>
              <a:t>2024. 10. 30.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E4DE8-DC84-45E7-ADEF-91BE53C5702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570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C2406-79E8-45AF-A8B9-5B82CFB3EA09}" type="datetimeFigureOut">
              <a:rPr lang="hu-HU" smtClean="0"/>
              <a:t>2024. 10. 30.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E4DE8-DC84-45E7-ADEF-91BE53C5702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39979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C2406-79E8-45AF-A8B9-5B82CFB3EA09}" type="datetimeFigureOut">
              <a:rPr lang="hu-HU" smtClean="0"/>
              <a:t>2024. 10. 30.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E4DE8-DC84-45E7-ADEF-91BE53C5702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2189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C2406-79E8-45AF-A8B9-5B82CFB3EA09}" type="datetimeFigureOut">
              <a:rPr lang="hu-HU" smtClean="0"/>
              <a:t>2024. 10. 30.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E4DE8-DC84-45E7-ADEF-91BE53C5702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927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C2406-79E8-45AF-A8B9-5B82CFB3EA09}" type="datetimeFigureOut">
              <a:rPr lang="hu-HU" smtClean="0"/>
              <a:t>2024. 10. 30.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E4DE8-DC84-45E7-ADEF-91BE53C5702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151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C2406-79E8-45AF-A8B9-5B82CFB3EA09}" type="datetimeFigureOut">
              <a:rPr lang="hu-HU" smtClean="0"/>
              <a:t>2024. 10. 30.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E4DE8-DC84-45E7-ADEF-91BE53C5702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38705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C2406-79E8-45AF-A8B9-5B82CFB3EA09}" type="datetimeFigureOut">
              <a:rPr lang="hu-HU" smtClean="0"/>
              <a:t>2024. 10. 30.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E4DE8-DC84-45E7-ADEF-91BE53C5702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13272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3963" r:id="rId2"/>
    <p:sldLayoutId id="2147483964" r:id="rId3"/>
    <p:sldLayoutId id="2147483965" r:id="rId4"/>
    <p:sldLayoutId id="2147483966" r:id="rId5"/>
    <p:sldLayoutId id="2147483967" r:id="rId6"/>
    <p:sldLayoutId id="2147483968" r:id="rId7"/>
    <p:sldLayoutId id="2147483969" r:id="rId8"/>
    <p:sldLayoutId id="2147483970" r:id="rId9"/>
    <p:sldLayoutId id="2147483971" r:id="rId10"/>
    <p:sldLayoutId id="21474839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2"/>
            <a:ext cx="25620111" cy="1200318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828675" y="123825"/>
            <a:ext cx="2314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Könyv Webshop – 2.MK</a:t>
            </a:r>
            <a:endParaRPr lang="hu-H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zövegdoboz 7"/>
          <p:cNvSpPr txBox="1"/>
          <p:nvPr/>
        </p:nvSpPr>
        <p:spPr>
          <a:xfrm>
            <a:off x="3748615" y="3027892"/>
            <a:ext cx="4909610" cy="923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hu-HU" sz="5400" dirty="0" smtClean="0">
                <a:solidFill>
                  <a:schemeClr val="accent1">
                    <a:lumMod val="75000"/>
                  </a:schemeClr>
                </a:solidFill>
                <a:latin typeface="George Rounded" pitchFamily="50" charset="0"/>
              </a:rPr>
              <a:t>K</a:t>
            </a:r>
            <a:r>
              <a:rPr lang="hu-HU" sz="5400" dirty="0" smtClean="0">
                <a:solidFill>
                  <a:srgbClr val="EE3232"/>
                </a:solidFill>
                <a:latin typeface="George Rounded" pitchFamily="50" charset="0"/>
              </a:rPr>
              <a:t>ö</a:t>
            </a:r>
            <a:r>
              <a:rPr lang="hu-HU" sz="5400" dirty="0" smtClean="0">
                <a:solidFill>
                  <a:srgbClr val="FFC611"/>
                </a:solidFill>
                <a:latin typeface="George Rounded" pitchFamily="50" charset="0"/>
              </a:rPr>
              <a:t>n</a:t>
            </a:r>
            <a:r>
              <a:rPr lang="hu-HU" sz="5400" dirty="0" smtClean="0">
                <a:solidFill>
                  <a:schemeClr val="accent1">
                    <a:lumMod val="75000"/>
                  </a:schemeClr>
                </a:solidFill>
                <a:latin typeface="George Rounded" pitchFamily="50" charset="0"/>
              </a:rPr>
              <a:t>y</a:t>
            </a:r>
            <a:r>
              <a:rPr lang="hu-HU" sz="5400" dirty="0" smtClean="0">
                <a:solidFill>
                  <a:srgbClr val="00B050"/>
                </a:solidFill>
                <a:latin typeface="George Rounded" pitchFamily="50" charset="0"/>
              </a:rPr>
              <a:t>v</a:t>
            </a:r>
            <a:r>
              <a:rPr lang="hu-HU" sz="5400" dirty="0" smtClean="0">
                <a:latin typeface="George Rounded" pitchFamily="50" charset="0"/>
              </a:rPr>
              <a:t> </a:t>
            </a:r>
            <a:r>
              <a:rPr lang="hu-HU" sz="5400" dirty="0" smtClean="0">
                <a:solidFill>
                  <a:srgbClr val="EE3232"/>
                </a:solidFill>
                <a:latin typeface="George Rounded" pitchFamily="50" charset="0"/>
              </a:rPr>
              <a:t>W</a:t>
            </a:r>
            <a:r>
              <a:rPr lang="hu-HU" sz="5400" dirty="0" smtClean="0">
                <a:solidFill>
                  <a:schemeClr val="accent1">
                    <a:lumMod val="75000"/>
                  </a:schemeClr>
                </a:solidFill>
                <a:latin typeface="George Rounded" pitchFamily="50" charset="0"/>
              </a:rPr>
              <a:t>e</a:t>
            </a:r>
            <a:r>
              <a:rPr lang="hu-HU" sz="5400" dirty="0" smtClean="0">
                <a:solidFill>
                  <a:srgbClr val="FFC611"/>
                </a:solidFill>
                <a:latin typeface="George Rounded" pitchFamily="50" charset="0"/>
              </a:rPr>
              <a:t>b</a:t>
            </a:r>
            <a:r>
              <a:rPr lang="hu-HU" sz="5400" dirty="0" smtClean="0">
                <a:solidFill>
                  <a:schemeClr val="accent1">
                    <a:lumMod val="75000"/>
                  </a:schemeClr>
                </a:solidFill>
                <a:latin typeface="George Rounded" pitchFamily="50" charset="0"/>
              </a:rPr>
              <a:t>s</a:t>
            </a:r>
            <a:r>
              <a:rPr lang="hu-HU" sz="5400" dirty="0" smtClean="0">
                <a:solidFill>
                  <a:srgbClr val="00B050"/>
                </a:solidFill>
                <a:latin typeface="George Rounded" pitchFamily="50" charset="0"/>
              </a:rPr>
              <a:t>h</a:t>
            </a:r>
            <a:r>
              <a:rPr lang="hu-HU" sz="5400" dirty="0" smtClean="0">
                <a:solidFill>
                  <a:srgbClr val="EE3232"/>
                </a:solidFill>
                <a:latin typeface="George Rounded" pitchFamily="50" charset="0"/>
              </a:rPr>
              <a:t>o</a:t>
            </a:r>
            <a:r>
              <a:rPr lang="hu-HU" sz="5400" dirty="0" smtClean="0">
                <a:solidFill>
                  <a:schemeClr val="accent1">
                    <a:lumMod val="75000"/>
                  </a:schemeClr>
                </a:solidFill>
                <a:latin typeface="George Rounded" pitchFamily="50" charset="0"/>
              </a:rPr>
              <a:t>p</a:t>
            </a:r>
            <a:endParaRPr lang="hu-HU" sz="5400" dirty="0">
              <a:solidFill>
                <a:schemeClr val="accent1">
                  <a:lumMod val="75000"/>
                </a:schemeClr>
              </a:solidFill>
              <a:latin typeface="George Rounded" pitchFamily="50" charset="0"/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836" y="3951222"/>
            <a:ext cx="7297168" cy="809738"/>
          </a:xfrm>
          <a:prstGeom prst="rect">
            <a:avLst/>
          </a:prstGeom>
        </p:spPr>
      </p:pic>
      <p:sp>
        <p:nvSpPr>
          <p:cNvPr id="3" name="Szövegdoboz 2"/>
          <p:cNvSpPr txBox="1"/>
          <p:nvPr/>
        </p:nvSpPr>
        <p:spPr>
          <a:xfrm>
            <a:off x="3143250" y="4186814"/>
            <a:ext cx="3181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smtClean="0">
                <a:solidFill>
                  <a:schemeClr val="tx1">
                    <a:alpha val="51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A-csoport – 2.mérföldkő jelentés</a:t>
            </a:r>
            <a:endParaRPr lang="hu-HU" sz="1600" dirty="0">
              <a:solidFill>
                <a:schemeClr val="tx1">
                  <a:alpha val="51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637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2"/>
            <a:ext cx="25620111" cy="1200318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828675" y="123825"/>
            <a:ext cx="2314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Könyv Webshop – 2.MK</a:t>
            </a:r>
            <a:endParaRPr lang="hu-H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zövegdoboz 9"/>
          <p:cNvSpPr txBox="1"/>
          <p:nvPr/>
        </p:nvSpPr>
        <p:spPr>
          <a:xfrm>
            <a:off x="1985962" y="672812"/>
            <a:ext cx="4043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hu-H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diagram</a:t>
            </a:r>
            <a:endParaRPr lang="hu-H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818" y="1211944"/>
            <a:ext cx="7969064" cy="564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303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2"/>
            <a:ext cx="25620111" cy="1200318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828675" y="123825"/>
            <a:ext cx="2314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Könyv Webshop – 2.MK</a:t>
            </a:r>
            <a:endParaRPr lang="hu-H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zövegdoboz 9"/>
          <p:cNvSpPr txBox="1"/>
          <p:nvPr/>
        </p:nvSpPr>
        <p:spPr>
          <a:xfrm>
            <a:off x="1985962" y="672812"/>
            <a:ext cx="4043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Use</a:t>
            </a:r>
            <a:r>
              <a:rPr lang="hu-H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case</a:t>
            </a:r>
            <a:r>
              <a:rPr lang="hu-H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diagram</a:t>
            </a:r>
            <a:endParaRPr lang="hu-H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181" y="1162284"/>
            <a:ext cx="7176338" cy="569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747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2"/>
            <a:ext cx="25620111" cy="1200318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828675" y="123825"/>
            <a:ext cx="2314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Könyv Webshop – 2.MK</a:t>
            </a:r>
            <a:endParaRPr lang="hu-H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zövegdoboz 9"/>
          <p:cNvSpPr txBox="1"/>
          <p:nvPr/>
        </p:nvSpPr>
        <p:spPr>
          <a:xfrm>
            <a:off x="1985962" y="672812"/>
            <a:ext cx="4014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Egyed-kapcsolat diagram</a:t>
            </a:r>
            <a:endParaRPr lang="hu-H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42" y="1873130"/>
            <a:ext cx="11828116" cy="388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853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2"/>
            <a:ext cx="25620111" cy="1200318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828675" y="123825"/>
            <a:ext cx="2314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Könyv Webshop – 2.MK</a:t>
            </a:r>
            <a:endParaRPr lang="hu-H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zövegdoboz 9"/>
          <p:cNvSpPr txBox="1"/>
          <p:nvPr/>
        </p:nvSpPr>
        <p:spPr>
          <a:xfrm>
            <a:off x="1985962" y="672812"/>
            <a:ext cx="4043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Sequence</a:t>
            </a:r>
            <a:r>
              <a:rPr lang="hu-H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diagram – Kosárba helyezés</a:t>
            </a:r>
            <a:endParaRPr lang="hu-H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Kép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900" y="1324143"/>
            <a:ext cx="7809441" cy="570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17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2"/>
            <a:ext cx="25620111" cy="1200318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828675" y="123825"/>
            <a:ext cx="2314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Könyv Webshop – 2.MK</a:t>
            </a:r>
            <a:endParaRPr lang="hu-H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zövegdoboz 9"/>
          <p:cNvSpPr txBox="1"/>
          <p:nvPr/>
        </p:nvSpPr>
        <p:spPr>
          <a:xfrm>
            <a:off x="1985962" y="672812"/>
            <a:ext cx="357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Sequence</a:t>
            </a:r>
            <a:r>
              <a:rPr lang="hu-H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diagram – Keresés </a:t>
            </a:r>
            <a:endParaRPr lang="hu-H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175" y="1283354"/>
            <a:ext cx="6814384" cy="562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072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2"/>
            <a:ext cx="25620111" cy="1200318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828675" y="123825"/>
            <a:ext cx="2314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Könyv Webshop – 2.MK</a:t>
            </a:r>
            <a:endParaRPr lang="hu-H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zövegdoboz 9"/>
          <p:cNvSpPr txBox="1"/>
          <p:nvPr/>
        </p:nvSpPr>
        <p:spPr>
          <a:xfrm>
            <a:off x="1985962" y="672812"/>
            <a:ext cx="43386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Sequence</a:t>
            </a:r>
            <a:r>
              <a:rPr lang="hu-H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diagram – Könyvértékelés írása</a:t>
            </a:r>
            <a:endParaRPr lang="hu-H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8099" y="1324143"/>
            <a:ext cx="6628354" cy="553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652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2"/>
            <a:ext cx="25620111" cy="1200318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828675" y="123825"/>
            <a:ext cx="2314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Könyv Webshop – 2.MK</a:t>
            </a:r>
            <a:endParaRPr lang="hu-H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zövegdoboz 9"/>
          <p:cNvSpPr txBox="1"/>
          <p:nvPr/>
        </p:nvSpPr>
        <p:spPr>
          <a:xfrm>
            <a:off x="1985962" y="672812"/>
            <a:ext cx="38814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Sequence</a:t>
            </a:r>
            <a:r>
              <a:rPr lang="hu-H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diagram – Rendelés leadása</a:t>
            </a:r>
            <a:endParaRPr lang="hu-H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049" y="1472308"/>
            <a:ext cx="7105652" cy="521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555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2"/>
            <a:ext cx="25620111" cy="1200318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828675" y="123825"/>
            <a:ext cx="2314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Könyv Webshop – 2.MK</a:t>
            </a:r>
            <a:endParaRPr lang="hu-H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zövegdoboz 9"/>
          <p:cNvSpPr txBox="1"/>
          <p:nvPr/>
        </p:nvSpPr>
        <p:spPr>
          <a:xfrm>
            <a:off x="1985962" y="672812"/>
            <a:ext cx="35718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Sequence</a:t>
            </a:r>
            <a:r>
              <a:rPr lang="hu-H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diagram - Regisztráció</a:t>
            </a:r>
            <a:endParaRPr lang="hu-H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4175" y="1873130"/>
            <a:ext cx="741885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959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2"/>
            <a:ext cx="25620111" cy="1200318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828675" y="123825"/>
            <a:ext cx="2314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Könyv Webshop – 2.MK</a:t>
            </a:r>
            <a:endParaRPr lang="hu-H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zövegdoboz 9"/>
          <p:cNvSpPr txBox="1"/>
          <p:nvPr/>
        </p:nvSpPr>
        <p:spPr>
          <a:xfrm>
            <a:off x="1985962" y="672812"/>
            <a:ext cx="4014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Sequence</a:t>
            </a:r>
            <a:r>
              <a:rPr lang="hu-H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diagram – Rendelés törlése</a:t>
            </a:r>
            <a:endParaRPr lang="hu-H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925" y="1200320"/>
            <a:ext cx="79276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596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2"/>
            <a:ext cx="25620111" cy="1200318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828675" y="123825"/>
            <a:ext cx="2314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Könyv Webshop – 2.MK</a:t>
            </a:r>
            <a:endParaRPr lang="hu-H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zövegdoboz 9"/>
          <p:cNvSpPr txBox="1"/>
          <p:nvPr/>
        </p:nvSpPr>
        <p:spPr>
          <a:xfrm>
            <a:off x="1985962" y="672812"/>
            <a:ext cx="4014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Sequence</a:t>
            </a:r>
            <a:r>
              <a:rPr lang="hu-H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diagram – Könyv létrehozása</a:t>
            </a:r>
            <a:endParaRPr lang="hu-H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476" y="1472308"/>
            <a:ext cx="5317252" cy="562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684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2"/>
            <a:ext cx="25620111" cy="1200318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828675" y="123825"/>
            <a:ext cx="2314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Könyv Webshop – 2.MK</a:t>
            </a:r>
            <a:endParaRPr lang="hu-H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zövegdoboz 9"/>
          <p:cNvSpPr txBox="1"/>
          <p:nvPr/>
        </p:nvSpPr>
        <p:spPr>
          <a:xfrm>
            <a:off x="1985962" y="672812"/>
            <a:ext cx="4014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Sequence</a:t>
            </a:r>
            <a:r>
              <a:rPr lang="hu-H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 diagram – Könyv frissítése</a:t>
            </a:r>
            <a:endParaRPr lang="hu-H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135" y="1283354"/>
            <a:ext cx="5411230" cy="580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752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2"/>
            <a:ext cx="25620111" cy="1200318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828675" y="123825"/>
            <a:ext cx="2314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Könyv Webshop – 2.MK</a:t>
            </a:r>
            <a:endParaRPr lang="hu-H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zövegdoboz 9"/>
          <p:cNvSpPr txBox="1"/>
          <p:nvPr/>
        </p:nvSpPr>
        <p:spPr>
          <a:xfrm>
            <a:off x="1985962" y="672812"/>
            <a:ext cx="4014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Képernyőtervek</a:t>
            </a: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501" y="1283354"/>
            <a:ext cx="7036498" cy="1090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117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2"/>
            <a:ext cx="25620111" cy="1200318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828675" y="123825"/>
            <a:ext cx="2314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Könyv Webshop – 2.MK</a:t>
            </a:r>
            <a:endParaRPr lang="hu-H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zövegdoboz 9"/>
          <p:cNvSpPr txBox="1"/>
          <p:nvPr/>
        </p:nvSpPr>
        <p:spPr>
          <a:xfrm>
            <a:off x="1985962" y="672812"/>
            <a:ext cx="4014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Képernyőtervek</a:t>
            </a: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287" y="1200320"/>
            <a:ext cx="6215063" cy="9635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492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2"/>
            <a:ext cx="25620111" cy="1200318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828675" y="123825"/>
            <a:ext cx="2314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Könyv Webshop – 2.MK</a:t>
            </a:r>
            <a:endParaRPr lang="hu-H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zövegdoboz 9"/>
          <p:cNvSpPr txBox="1"/>
          <p:nvPr/>
        </p:nvSpPr>
        <p:spPr>
          <a:xfrm>
            <a:off x="1985962" y="672812"/>
            <a:ext cx="4014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Képernyőtervek</a:t>
            </a: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3181" y="1197810"/>
            <a:ext cx="7455694" cy="1155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64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2"/>
            <a:ext cx="25620111" cy="1200318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828675" y="123825"/>
            <a:ext cx="2314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Könyv Webshop – 2.MK</a:t>
            </a:r>
            <a:endParaRPr lang="hu-H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zövegdoboz 9"/>
          <p:cNvSpPr txBox="1"/>
          <p:nvPr/>
        </p:nvSpPr>
        <p:spPr>
          <a:xfrm>
            <a:off x="1985962" y="672812"/>
            <a:ext cx="4014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Képernyőtervek</a:t>
            </a: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643" y="1324143"/>
            <a:ext cx="7468473" cy="1157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321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2"/>
            <a:ext cx="25620111" cy="1200318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828675" y="123825"/>
            <a:ext cx="2314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Könyv Webshop – 2.MK</a:t>
            </a:r>
            <a:endParaRPr lang="hu-H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zövegdoboz 9"/>
          <p:cNvSpPr txBox="1"/>
          <p:nvPr/>
        </p:nvSpPr>
        <p:spPr>
          <a:xfrm>
            <a:off x="1985962" y="672812"/>
            <a:ext cx="4014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Képernyőtervek</a:t>
            </a: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" y="1324143"/>
            <a:ext cx="9182100" cy="1423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437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2"/>
            <a:ext cx="25620111" cy="1200318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828675" y="123825"/>
            <a:ext cx="2314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Könyv Webshop – 2.MK</a:t>
            </a:r>
            <a:endParaRPr lang="hu-H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zövegdoboz 9"/>
          <p:cNvSpPr txBox="1"/>
          <p:nvPr/>
        </p:nvSpPr>
        <p:spPr>
          <a:xfrm>
            <a:off x="1985962" y="672812"/>
            <a:ext cx="4014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Képernyőtervek</a:t>
            </a: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325" y="1200320"/>
            <a:ext cx="8820150" cy="1367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334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2"/>
            <a:ext cx="25620111" cy="1200318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828675" y="123825"/>
            <a:ext cx="2314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Könyv Webshop – 2.MK</a:t>
            </a:r>
            <a:endParaRPr lang="hu-H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zövegdoboz 9"/>
          <p:cNvSpPr txBox="1"/>
          <p:nvPr/>
        </p:nvSpPr>
        <p:spPr>
          <a:xfrm>
            <a:off x="1985962" y="672812"/>
            <a:ext cx="4014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Képernyőtervek</a:t>
            </a: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324143"/>
            <a:ext cx="7772400" cy="1205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826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2"/>
            <a:ext cx="25620111" cy="1200318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828675" y="123825"/>
            <a:ext cx="2314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Könyv Webshop – 2.MK</a:t>
            </a:r>
            <a:endParaRPr lang="hu-H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zövegdoboz 9"/>
          <p:cNvSpPr txBox="1"/>
          <p:nvPr/>
        </p:nvSpPr>
        <p:spPr>
          <a:xfrm>
            <a:off x="1985962" y="672812"/>
            <a:ext cx="4014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Képernyőtervek</a:t>
            </a: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250" y="1200320"/>
            <a:ext cx="6086475" cy="1198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160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2"/>
            <a:ext cx="25620111" cy="1200318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828675" y="123825"/>
            <a:ext cx="2314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Könyv Webshop – 2.MK</a:t>
            </a:r>
            <a:endParaRPr lang="hu-H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zövegdoboz 9"/>
          <p:cNvSpPr txBox="1"/>
          <p:nvPr/>
        </p:nvSpPr>
        <p:spPr>
          <a:xfrm>
            <a:off x="1985962" y="672812"/>
            <a:ext cx="4014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Képernyőtervek</a:t>
            </a: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" t="47654"/>
          <a:stretch/>
        </p:blipFill>
        <p:spPr>
          <a:xfrm>
            <a:off x="3268132" y="1283354"/>
            <a:ext cx="5621868" cy="585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055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" y="2"/>
            <a:ext cx="25620111" cy="1200318"/>
          </a:xfrm>
          <a:prstGeom prst="rect">
            <a:avLst/>
          </a:prstGeom>
        </p:spPr>
      </p:pic>
      <p:sp>
        <p:nvSpPr>
          <p:cNvPr id="7" name="Szövegdoboz 6"/>
          <p:cNvSpPr txBox="1"/>
          <p:nvPr/>
        </p:nvSpPr>
        <p:spPr>
          <a:xfrm>
            <a:off x="828675" y="123825"/>
            <a:ext cx="2314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Könyv Webshop – 2.MK</a:t>
            </a:r>
            <a:endParaRPr lang="hu-H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zövegdoboz 9"/>
          <p:cNvSpPr txBox="1"/>
          <p:nvPr/>
        </p:nvSpPr>
        <p:spPr>
          <a:xfrm>
            <a:off x="1985962" y="672812"/>
            <a:ext cx="40147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Képernyőtervek</a:t>
            </a: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822" y="1472308"/>
            <a:ext cx="5338444" cy="808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662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</TotalTime>
  <Words>149</Words>
  <Application>Microsoft Office PowerPoint</Application>
  <PresentationFormat>Szélesvásznú</PresentationFormat>
  <Paragraphs>45</Paragraphs>
  <Slides>22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George Rounded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Kira</dc:creator>
  <cp:lastModifiedBy>Kira</cp:lastModifiedBy>
  <cp:revision>17</cp:revision>
  <dcterms:created xsi:type="dcterms:W3CDTF">2024-10-23T05:38:44Z</dcterms:created>
  <dcterms:modified xsi:type="dcterms:W3CDTF">2024-10-30T11:23:44Z</dcterms:modified>
</cp:coreProperties>
</file>